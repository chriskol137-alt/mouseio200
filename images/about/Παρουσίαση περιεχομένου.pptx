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4" r:id="rId7"/>
    <p:sldId id="265" r:id="rId8"/>
    <p:sldId id="261" r:id="rId9"/>
    <p:sldId id="262" r:id="rId10"/>
    <p:sldId id="266" r:id="rId11"/>
    <p:sldId id="267" r:id="rId12"/>
    <p:sldId id="276" r:id="rId13"/>
    <p:sldId id="268" r:id="rId14"/>
    <p:sldId id="269" r:id="rId15"/>
    <p:sldId id="270" r:id="rId16"/>
    <p:sldId id="275" r:id="rId17"/>
    <p:sldId id="271" r:id="rId18"/>
    <p:sldId id="272" r:id="rId19"/>
    <p:sldId id="278" r:id="rId20"/>
    <p:sldId id="277" r:id="rId21"/>
    <p:sldId id="273"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108" d="100"/>
          <a:sy n="108" d="100"/>
        </p:scale>
        <p:origin x="6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8DFA1846-DA80-1C48-A609-854EA85C59AD}" type="datetimeFigureOut">
              <a:rPr lang="en-US" dirty="0"/>
              <a:pPr/>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5/16/2024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5/16/2024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5/16/2024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D0DF5E60-9974-AC48-9591-99C2BB44B7CF}" type="datetimeFigureOut">
              <a:rPr lang="en-US" dirty="0"/>
              <a:pPr/>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l-GR"/>
              <a:t>Κάντε κλικ για να επεξεργαστείτε τον τίτλο υποδείγματος</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5/16/2024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Πανοραμική 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l-GR"/>
              <a:t>Κάντε κλικ για να επεξεργαστείτε τον τίτλο υποδείγματος</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18C79C5D-2A6F-F04D-97DA-BEF2467B64E4}" type="datetimeFigureOut">
              <a:rPr lang="en-US" dirty="0"/>
              <a:pPr/>
              <a:t>5/16/2024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Εισαγωγικά με λεζάντα">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8DFA1846-DA80-1C48-A609-854EA85C59AD}" type="datetimeFigureOut">
              <a:rPr lang="en-US" dirty="0"/>
              <a:pPr/>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Κάρτα ονόματος">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l-GR"/>
              <a:t>Κάντε κλικ για να επεξεργαστείτε τον τίτλο υποδείγματος</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l-GR"/>
              <a:t>Στυλ κειμένου υποδείγματος</a:t>
            </a:r>
          </a:p>
        </p:txBody>
      </p:sp>
      <p:sp>
        <p:nvSpPr>
          <p:cNvPr id="2" name="Date Placeholder 1"/>
          <p:cNvSpPr>
            <a:spLocks noGrp="1"/>
          </p:cNvSpPr>
          <p:nvPr>
            <p:ph type="dt" sz="half" idx="10"/>
          </p:nvPr>
        </p:nvSpPr>
        <p:spPr/>
        <p:txBody>
          <a:bodyPr/>
          <a:lstStyle/>
          <a:p>
            <a:fld id="{FBF54567-0DE4-3F47-BF90-CB84690072F9}" type="datetimeFigureOut">
              <a:rPr lang="en-US" dirty="0"/>
              <a:pPr/>
              <a:t>5/16/2024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ncho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5/16/2024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5/16/2024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video" Target="https://www.youtube.com/embed/KhksbDmawMg?feature=oembed"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C59597A-62C5-4CAC-B1C0-C5D4293C87A6}"/>
              </a:ext>
            </a:extLst>
          </p:cNvPr>
          <p:cNvSpPr>
            <a:spLocks noGrp="1"/>
          </p:cNvSpPr>
          <p:nvPr>
            <p:ph type="ctrTitle"/>
          </p:nvPr>
        </p:nvSpPr>
        <p:spPr/>
        <p:txBody>
          <a:bodyPr/>
          <a:lstStyle/>
          <a:p>
            <a:r>
              <a:rPr lang="el-GR" dirty="0"/>
              <a:t>Παρουσίαση περιεχομένου</a:t>
            </a:r>
          </a:p>
        </p:txBody>
      </p:sp>
      <p:sp>
        <p:nvSpPr>
          <p:cNvPr id="3" name="Υπότιτλος 2">
            <a:extLst>
              <a:ext uri="{FF2B5EF4-FFF2-40B4-BE49-F238E27FC236}">
                <a16:creationId xmlns:a16="http://schemas.microsoft.com/office/drawing/2014/main" id="{3EAC81A6-1289-4E70-AB52-AC16013F229F}"/>
              </a:ext>
            </a:extLst>
          </p:cNvPr>
          <p:cNvSpPr>
            <a:spLocks noGrp="1"/>
          </p:cNvSpPr>
          <p:nvPr>
            <p:ph type="subTitle" idx="1"/>
          </p:nvPr>
        </p:nvSpPr>
        <p:spPr/>
        <p:txBody>
          <a:bodyPr/>
          <a:lstStyle/>
          <a:p>
            <a:r>
              <a:rPr lang="el-GR" dirty="0" err="1"/>
              <a:t>Κασαπάκης</a:t>
            </a:r>
            <a:r>
              <a:rPr lang="el-GR" dirty="0"/>
              <a:t> Βλάσιος</a:t>
            </a:r>
          </a:p>
        </p:txBody>
      </p:sp>
    </p:spTree>
    <p:extLst>
      <p:ext uri="{BB962C8B-B14F-4D97-AF65-F5344CB8AC3E}">
        <p14:creationId xmlns:p14="http://schemas.microsoft.com/office/powerpoint/2010/main" val="920424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0FA0C39-7D30-4F81-B0AA-8129F33168F8}"/>
              </a:ext>
            </a:extLst>
          </p:cNvPr>
          <p:cNvSpPr>
            <a:spLocks noGrp="1"/>
          </p:cNvSpPr>
          <p:nvPr>
            <p:ph type="title"/>
          </p:nvPr>
        </p:nvSpPr>
        <p:spPr/>
        <p:txBody>
          <a:bodyPr/>
          <a:lstStyle/>
          <a:p>
            <a:r>
              <a:rPr lang="el-GR" dirty="0"/>
              <a:t>Παρουσίαση περιεχομένου</a:t>
            </a:r>
          </a:p>
        </p:txBody>
      </p:sp>
      <p:sp>
        <p:nvSpPr>
          <p:cNvPr id="3" name="Θέση περιεχομένου 2">
            <a:extLst>
              <a:ext uri="{FF2B5EF4-FFF2-40B4-BE49-F238E27FC236}">
                <a16:creationId xmlns:a16="http://schemas.microsoft.com/office/drawing/2014/main" id="{C2F8D4C0-CE34-496B-98B5-C79BC680F7C7}"/>
              </a:ext>
            </a:extLst>
          </p:cNvPr>
          <p:cNvSpPr>
            <a:spLocks noGrp="1"/>
          </p:cNvSpPr>
          <p:nvPr>
            <p:ph idx="1"/>
          </p:nvPr>
        </p:nvSpPr>
        <p:spPr/>
        <p:txBody>
          <a:bodyPr/>
          <a:lstStyle/>
          <a:p>
            <a:r>
              <a:rPr lang="el-GR" dirty="0"/>
              <a:t>Η πρώτη και βασική προϋπόθεση για την επιτυχημένη παρουσίαση οποιουδήποτε περιεχομένου είναι αρχικά η πλήρης κατανόηση του από αυτόν/η που το παρουσιάζει.</a:t>
            </a:r>
          </a:p>
          <a:p>
            <a:r>
              <a:rPr lang="el-GR" dirty="0"/>
              <a:t>Συνεπώς, θα πρέπει να έχετε προετοιμαστεί κατάλληλα, πραγματοποιώντας πρόβες και κρατώντας σημειώσεις.</a:t>
            </a:r>
          </a:p>
          <a:p>
            <a:r>
              <a:rPr lang="el-GR" dirty="0"/>
              <a:t>Προσοχή! Η στείρα αποστήθιση ενός περιεχομένου μειώνει την ποιότητα της παρουσίασης. Επίσης, δεν διαβάζουμε «από μέσα»!</a:t>
            </a:r>
          </a:p>
        </p:txBody>
      </p:sp>
    </p:spTree>
    <p:extLst>
      <p:ext uri="{BB962C8B-B14F-4D97-AF65-F5344CB8AC3E}">
        <p14:creationId xmlns:p14="http://schemas.microsoft.com/office/powerpoint/2010/main" val="875875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περιεχομένου</a:t>
            </a:r>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p:txBody>
          <a:bodyPr/>
          <a:lstStyle/>
          <a:p>
            <a:r>
              <a:rPr lang="el-GR" dirty="0"/>
              <a:t>Το επόμενο βασικό συστατικό μιας επιτυχημένης παρουσίασης είναι ο σεβασμός στις ανάγκες του κοινού.</a:t>
            </a:r>
          </a:p>
          <a:p>
            <a:r>
              <a:rPr lang="el-GR" dirty="0"/>
              <a:t>Το κοινό ορίζει και το περιεχόμενο.</a:t>
            </a:r>
          </a:p>
          <a:p>
            <a:r>
              <a:rPr lang="el-GR" dirty="0"/>
              <a:t>Για παράδειγμα, η παρουσίαση μιας εφαρμογής εικονικής πραγματικότητας που αναπαριστά ένα ναό σε μια ημερίδα τεχνολογίας, μάλλον θα πρέπει να περιέχει λιγότερες θεωρητικές πληροφορίες από ότι αν το ίδιο θέμα παρουσιαζόταν σε συνέδριο αρχαιολογίας. </a:t>
            </a:r>
          </a:p>
        </p:txBody>
      </p:sp>
    </p:spTree>
    <p:extLst>
      <p:ext uri="{BB962C8B-B14F-4D97-AF65-F5344CB8AC3E}">
        <p14:creationId xmlns:p14="http://schemas.microsoft.com/office/powerpoint/2010/main" val="144870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περιεχομένου</a:t>
            </a:r>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p:txBody>
          <a:bodyPr/>
          <a:lstStyle/>
          <a:p>
            <a:r>
              <a:rPr lang="en-US" dirty="0"/>
              <a:t>Keep it simple!</a:t>
            </a:r>
          </a:p>
          <a:p>
            <a:r>
              <a:rPr lang="el-GR" dirty="0"/>
              <a:t>Η απλότητα σε κάθε παρουσίαση είναι το κλειδί για την επιτυχία της. </a:t>
            </a:r>
          </a:p>
          <a:p>
            <a:r>
              <a:rPr lang="el-GR" dirty="0"/>
              <a:t>Για το λόγο αυτό θα πρέπει να συγκεντρώνεστε στο μήνυμα που θέλετε να περάσετε και όχι σε πληροφορίες που κουράζουν. </a:t>
            </a:r>
          </a:p>
        </p:txBody>
      </p:sp>
    </p:spTree>
    <p:extLst>
      <p:ext uri="{BB962C8B-B14F-4D97-AF65-F5344CB8AC3E}">
        <p14:creationId xmlns:p14="http://schemas.microsoft.com/office/powerpoint/2010/main" val="3773601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περιεχομένου</a:t>
            </a:r>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p:txBody>
          <a:bodyPr/>
          <a:lstStyle/>
          <a:p>
            <a:r>
              <a:rPr lang="el-GR" dirty="0"/>
              <a:t>Η γλώσσα του σώματος είναι πολύ σημαντική σε οποιαδήποτε παρουσίαση.</a:t>
            </a:r>
          </a:p>
          <a:p>
            <a:r>
              <a:rPr lang="el-GR" dirty="0"/>
              <a:t>Απαραίτητη είναι η διατήρηση της προσοχής του κοινού κοιτώντας σε αυτό σε διάφορα σημεία του ανά τακτά χρονικά διαστήματα. </a:t>
            </a:r>
          </a:p>
          <a:p>
            <a:r>
              <a:rPr lang="el-GR" dirty="0"/>
              <a:t>Απαραίτητο ακόμη είναι να ξεκινά μια παρουσίαση με ένα σημαντικό </a:t>
            </a:r>
            <a:r>
              <a:rPr lang="en-US" dirty="0"/>
              <a:t>“slide” </a:t>
            </a:r>
            <a:r>
              <a:rPr lang="el-GR" dirty="0"/>
              <a:t>ώστε να τραβήξει άμεσα την προσοχή του κοινού.</a:t>
            </a:r>
          </a:p>
        </p:txBody>
      </p:sp>
    </p:spTree>
    <p:extLst>
      <p:ext uri="{BB962C8B-B14F-4D97-AF65-F5344CB8AC3E}">
        <p14:creationId xmlns:p14="http://schemas.microsoft.com/office/powerpoint/2010/main" val="3953937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περιεχομένου</a:t>
            </a:r>
          </a:p>
        </p:txBody>
      </p:sp>
      <p:pic>
        <p:nvPicPr>
          <p:cNvPr id="1028" name="Picture 4" descr="Powerful Tips to Read Body language - Nepalimag.com - The Front Page of  Nepal">
            <a:extLst>
              <a:ext uri="{FF2B5EF4-FFF2-40B4-BE49-F238E27FC236}">
                <a16:creationId xmlns:a16="http://schemas.microsoft.com/office/drawing/2014/main" id="{53846A6F-197B-4977-8F45-66D0B1D6B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3115" y="2425704"/>
            <a:ext cx="6405770" cy="4272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143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περιεχομένου</a:t>
            </a:r>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p:txBody>
          <a:bodyPr/>
          <a:lstStyle/>
          <a:p>
            <a:r>
              <a:rPr lang="el-GR" dirty="0"/>
              <a:t>Μη γυρίζεται την πλάτη σας στο κοινό</a:t>
            </a:r>
          </a:p>
          <a:p>
            <a:r>
              <a:rPr lang="el-GR" dirty="0"/>
              <a:t>Μη σταυρώνετε τα πόδια σας</a:t>
            </a:r>
          </a:p>
          <a:p>
            <a:r>
              <a:rPr lang="el-GR" dirty="0"/>
              <a:t>Μη κομπλάρετε</a:t>
            </a:r>
          </a:p>
          <a:p>
            <a:r>
              <a:rPr lang="el-GR" dirty="0"/>
              <a:t>Πάρτε ανάσες</a:t>
            </a:r>
            <a:r>
              <a:rPr lang="en-US" dirty="0"/>
              <a:t>!</a:t>
            </a:r>
            <a:endParaRPr lang="el-GR" dirty="0"/>
          </a:p>
          <a:p>
            <a:r>
              <a:rPr lang="el-GR" dirty="0"/>
              <a:t>Μη διαβάζεται μέσα από την παρουσίαση</a:t>
            </a:r>
          </a:p>
          <a:p>
            <a:r>
              <a:rPr lang="el-GR" dirty="0"/>
              <a:t>Μη κοιτάτε μόνο την παρουσίαση</a:t>
            </a:r>
          </a:p>
        </p:txBody>
      </p:sp>
      <p:pic>
        <p:nvPicPr>
          <p:cNvPr id="2052" name="Picture 4">
            <a:extLst>
              <a:ext uri="{FF2B5EF4-FFF2-40B4-BE49-F238E27FC236}">
                <a16:creationId xmlns:a16="http://schemas.microsoft.com/office/drawing/2014/main" id="{81A8B3E3-ABC9-4F0E-8BD2-893490EAB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1887" y="2648460"/>
            <a:ext cx="2771680" cy="277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194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If you can't explain it">
            <a:extLst>
              <a:ext uri="{FF2B5EF4-FFF2-40B4-BE49-F238E27FC236}">
                <a16:creationId xmlns:a16="http://schemas.microsoft.com/office/drawing/2014/main" id="{DF99D11E-854D-4A83-85C8-338D22CA88F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01851" y="2505665"/>
            <a:ext cx="6277349" cy="3531008"/>
          </a:xfrm>
          <a:prstGeom prst="roundRect">
            <a:avLst>
              <a:gd name="adj" fmla="val 3876"/>
            </a:avLst>
          </a:prstGeom>
          <a:noFill/>
          <a:ln>
            <a:solidFill>
              <a:schemeClr val="accent1"/>
            </a:solidFill>
          </a:ln>
          <a:effectLst/>
          <a:extLst>
            <a:ext uri="{909E8E84-426E-40DD-AFC4-6F175D3DCCD1}">
              <a14:hiddenFill xmlns:a14="http://schemas.microsoft.com/office/drawing/2010/main">
                <a:solidFill>
                  <a:srgbClr val="FFFFFF"/>
                </a:solidFill>
              </a14:hiddenFill>
            </a:ext>
          </a:extLst>
        </p:spPr>
      </p:pic>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a:xfrm>
            <a:off x="810000" y="447188"/>
            <a:ext cx="10571998" cy="970450"/>
          </a:xfrm>
        </p:spPr>
        <p:txBody>
          <a:bodyPr>
            <a:normAutofit/>
          </a:bodyPr>
          <a:lstStyle/>
          <a:p>
            <a:r>
              <a:rPr lang="el-GR"/>
              <a:t>Παρουσίαση περιεχομένου</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3" y="2413000"/>
            <a:ext cx="3835583" cy="3632200"/>
          </a:xfrm>
        </p:spPr>
        <p:txBody>
          <a:bodyPr>
            <a:normAutofit/>
          </a:bodyPr>
          <a:lstStyle/>
          <a:p>
            <a:r>
              <a:rPr lang="el-GR" sz="1600" dirty="0"/>
              <a:t>Βασικοί κανόνες (εκτός και αν σας δοθούν άλλες οδηγίες):</a:t>
            </a:r>
          </a:p>
          <a:p>
            <a:pPr lvl="1">
              <a:buFont typeface="Arial" panose="020B0604020202020204" pitchFamily="34" charset="0"/>
              <a:buChar char="•"/>
            </a:pPr>
            <a:r>
              <a:rPr lang="el-GR" b="0" i="0" dirty="0">
                <a:effectLst/>
                <a:latin typeface="Open Sans"/>
              </a:rPr>
              <a:t>Όχι πάνω από 10 </a:t>
            </a:r>
            <a:r>
              <a:rPr lang="en-US" b="0" i="0" dirty="0">
                <a:effectLst/>
                <a:latin typeface="Open Sans"/>
              </a:rPr>
              <a:t>Slides</a:t>
            </a:r>
          </a:p>
          <a:p>
            <a:pPr lvl="1">
              <a:buFont typeface="Arial" panose="020B0604020202020204" pitchFamily="34" charset="0"/>
              <a:buChar char="•"/>
            </a:pPr>
            <a:r>
              <a:rPr lang="el-GR" b="0" i="0" dirty="0">
                <a:effectLst/>
                <a:latin typeface="Open Sans"/>
              </a:rPr>
              <a:t>Όχι πάνω από 20 λεπτά</a:t>
            </a:r>
            <a:endParaRPr lang="en-US" b="0" i="0" dirty="0">
              <a:effectLst/>
              <a:latin typeface="Open Sans"/>
            </a:endParaRPr>
          </a:p>
          <a:p>
            <a:endParaRPr lang="el-GR" sz="1600" dirty="0"/>
          </a:p>
        </p:txBody>
      </p:sp>
    </p:spTree>
    <p:extLst>
      <p:ext uri="{BB962C8B-B14F-4D97-AF65-F5344CB8AC3E}">
        <p14:creationId xmlns:p14="http://schemas.microsoft.com/office/powerpoint/2010/main" val="2048590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περιεχομένου</a:t>
            </a:r>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2" y="2222287"/>
            <a:ext cx="5741114" cy="3636511"/>
          </a:xfrm>
        </p:spPr>
        <p:txBody>
          <a:bodyPr/>
          <a:lstStyle/>
          <a:p>
            <a:r>
              <a:rPr lang="el-GR" dirty="0">
                <a:latin typeface="Century Gothic (Κυρίως κείμενο)"/>
              </a:rPr>
              <a:t>Πείτε μια ιστορία!</a:t>
            </a:r>
          </a:p>
          <a:p>
            <a:r>
              <a:rPr lang="el-GR" b="0" i="0" dirty="0">
                <a:effectLst/>
                <a:latin typeface="Century Gothic (Κυρίως κείμενο)"/>
              </a:rPr>
              <a:t>Δ</a:t>
            </a:r>
            <a:r>
              <a:rPr lang="el-GR" dirty="0">
                <a:latin typeface="Century Gothic (Κυρίως κείμενο)"/>
              </a:rPr>
              <a:t>ομώντας την παρουσίαση σας ως ιστορία με αρχή, μέση και τέλος αυξάνει την προσοχή και το ενδιαφέρον των συμμετεχόντων.</a:t>
            </a:r>
          </a:p>
        </p:txBody>
      </p:sp>
      <p:pic>
        <p:nvPicPr>
          <p:cNvPr id="3074" name="Picture 2" descr="Download Storytelling For Onboarding - Collaborative Storytelling PNG Image  with No Background - PNGkey.com">
            <a:extLst>
              <a:ext uri="{FF2B5EF4-FFF2-40B4-BE49-F238E27FC236}">
                <a16:creationId xmlns:a16="http://schemas.microsoft.com/office/drawing/2014/main" id="{AD638093-EAAA-41F6-8CC7-BE8A5E78F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7112" y="2508483"/>
            <a:ext cx="4505325"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970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ADC72138-A630-4CD1-9EF0-68E73724E70A}"/>
              </a:ext>
            </a:extLst>
          </p:cNvPr>
          <p:cNvSpPr>
            <a:spLocks noGrp="1"/>
          </p:cNvSpPr>
          <p:nvPr>
            <p:ph idx="1"/>
          </p:nvPr>
        </p:nvSpPr>
        <p:spPr>
          <a:xfrm>
            <a:off x="1" y="2094613"/>
            <a:ext cx="12192000" cy="2232837"/>
          </a:xfrm>
        </p:spPr>
        <p:txBody>
          <a:bodyPr>
            <a:normAutofit/>
          </a:bodyPr>
          <a:lstStyle/>
          <a:p>
            <a:pPr marL="0" indent="0" algn="ctr">
              <a:buNone/>
            </a:pPr>
            <a:r>
              <a:rPr lang="el-GR" sz="4000" dirty="0"/>
              <a:t>ΠΑΡΟΥΣΙΑΣΗ ΜΕ ΤΟ </a:t>
            </a:r>
            <a:r>
              <a:rPr lang="en-US" sz="4000" dirty="0"/>
              <a:t>POWERPOINT</a:t>
            </a:r>
            <a:endParaRPr lang="el-GR" sz="4000" dirty="0"/>
          </a:p>
        </p:txBody>
      </p:sp>
      <p:sp>
        <p:nvSpPr>
          <p:cNvPr id="4" name="Ορθογώνιο 3">
            <a:extLst>
              <a:ext uri="{FF2B5EF4-FFF2-40B4-BE49-F238E27FC236}">
                <a16:creationId xmlns:a16="http://schemas.microsoft.com/office/drawing/2014/main" id="{7D4B2D2C-6109-4A1D-A111-044EA4441F09}"/>
              </a:ext>
            </a:extLst>
          </p:cNvPr>
          <p:cNvSpPr/>
          <p:nvPr/>
        </p:nvSpPr>
        <p:spPr>
          <a:xfrm>
            <a:off x="1" y="0"/>
            <a:ext cx="12192000" cy="2232837"/>
          </a:xfrm>
          <a:prstGeom prst="rect">
            <a:avLst/>
          </a:pr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3463891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a:xfrm>
            <a:off x="810000" y="447188"/>
            <a:ext cx="10571998" cy="970450"/>
          </a:xfrm>
        </p:spPr>
        <p:txBody>
          <a:bodyPr>
            <a:normAutofit/>
          </a:bodyPr>
          <a:lstStyle/>
          <a:p>
            <a:r>
              <a:rPr lang="el-GR"/>
              <a:t>Παρουσίαση </a:t>
            </a:r>
            <a:r>
              <a:rPr lang="en-US"/>
              <a:t>- PowerPoint</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3" y="2413000"/>
            <a:ext cx="3835583" cy="3632200"/>
          </a:xfrm>
        </p:spPr>
        <p:txBody>
          <a:bodyPr>
            <a:normAutofit/>
          </a:bodyPr>
          <a:lstStyle/>
          <a:p>
            <a:r>
              <a:rPr lang="en-US" sz="1600"/>
              <a:t>To PowerPoint </a:t>
            </a:r>
            <a:r>
              <a:rPr lang="el-GR" sz="1600"/>
              <a:t>είναι ένα βασικό εργαλείο παρουσίασης περιεχομένου.</a:t>
            </a:r>
          </a:p>
          <a:p>
            <a:r>
              <a:rPr lang="el-GR" sz="1600"/>
              <a:t>Το συγκεκριμένο εργαλείο παρέχει μια σειρά από σημαντικές δυνατότητες χρήστης των πολυμέσων για την παρουσίαση περιεχομένου.</a:t>
            </a:r>
          </a:p>
        </p:txBody>
      </p:sp>
      <p:pic>
        <p:nvPicPr>
          <p:cNvPr id="5" name="Picture 4">
            <a:extLst>
              <a:ext uri="{FF2B5EF4-FFF2-40B4-BE49-F238E27FC236}">
                <a16:creationId xmlns:a16="http://schemas.microsoft.com/office/drawing/2014/main" id="{F1A987DA-FAA1-4644-886D-EEE0096F13AC}"/>
              </a:ext>
            </a:extLst>
          </p:cNvPr>
          <p:cNvPicPr>
            <a:picLocks noChangeAspect="1"/>
          </p:cNvPicPr>
          <p:nvPr/>
        </p:nvPicPr>
        <p:blipFill>
          <a:blip r:embed="rId2"/>
          <a:stretch>
            <a:fillRect/>
          </a:stretch>
        </p:blipFill>
        <p:spPr>
          <a:xfrm>
            <a:off x="5325751" y="2413000"/>
            <a:ext cx="5829549"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4050077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a:xfrm>
            <a:off x="810000" y="447188"/>
            <a:ext cx="10571998" cy="970450"/>
          </a:xfrm>
        </p:spPr>
        <p:txBody>
          <a:bodyPr>
            <a:normAutofit/>
          </a:bodyPr>
          <a:lstStyle/>
          <a:p>
            <a:r>
              <a:rPr lang="el-GR"/>
              <a:t>Παρουσίαση </a:t>
            </a:r>
            <a:r>
              <a:rPr lang="en-US"/>
              <a:t>- PowerPoint</a:t>
            </a:r>
            <a:endParaRPr lang="el-GR" dirty="0"/>
          </a:p>
        </p:txBody>
      </p:sp>
      <p:pic>
        <p:nvPicPr>
          <p:cNvPr id="1026" name="Picture 2" descr="23 PowerPoint Presentation Tips for Creating Engaging Presentations">
            <a:extLst>
              <a:ext uri="{FF2B5EF4-FFF2-40B4-BE49-F238E27FC236}">
                <a16:creationId xmlns:a16="http://schemas.microsoft.com/office/drawing/2014/main" id="{A5727E8D-4525-05B5-ADF8-60C42E105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008" y="2565646"/>
            <a:ext cx="6967984" cy="3919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302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a:t>
            </a:r>
            <a:r>
              <a:rPr lang="en-US" dirty="0"/>
              <a:t>- PowerPoint</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2" y="2222287"/>
            <a:ext cx="7134441" cy="3636511"/>
          </a:xfrm>
        </p:spPr>
        <p:txBody>
          <a:bodyPr/>
          <a:lstStyle/>
          <a:p>
            <a:r>
              <a:rPr lang="el-GR" dirty="0"/>
              <a:t>Κανόνας </a:t>
            </a:r>
            <a:r>
              <a:rPr lang="en-US" dirty="0"/>
              <a:t>5/5/5</a:t>
            </a:r>
            <a:r>
              <a:rPr lang="el-GR" dirty="0"/>
              <a:t>:</a:t>
            </a:r>
          </a:p>
          <a:p>
            <a:r>
              <a:rPr lang="el-GR" dirty="0"/>
              <a:t>Όχι πάνω από 5 λέξεις σε κάθε γραμμή κειμένου</a:t>
            </a:r>
          </a:p>
          <a:p>
            <a:r>
              <a:rPr lang="el-GR" dirty="0"/>
              <a:t>Όχι πάνω από 5 γραμμές ανά </a:t>
            </a:r>
            <a:r>
              <a:rPr lang="en-US" dirty="0"/>
              <a:t>slide</a:t>
            </a:r>
          </a:p>
          <a:p>
            <a:r>
              <a:rPr lang="el-GR" dirty="0"/>
              <a:t>Όχι πάνω από 5 </a:t>
            </a:r>
            <a:r>
              <a:rPr lang="en-US" dirty="0"/>
              <a:t>slides </a:t>
            </a:r>
            <a:r>
              <a:rPr lang="el-GR" dirty="0"/>
              <a:t>με πολύ κείμενο στη σειρά</a:t>
            </a:r>
          </a:p>
        </p:txBody>
      </p:sp>
      <p:pic>
        <p:nvPicPr>
          <p:cNvPr id="4" name="Picture 4">
            <a:extLst>
              <a:ext uri="{FF2B5EF4-FFF2-40B4-BE49-F238E27FC236}">
                <a16:creationId xmlns:a16="http://schemas.microsoft.com/office/drawing/2014/main" id="{7C28CF6A-C37A-4FB3-B99D-15BCF4D98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9599" y="2552767"/>
            <a:ext cx="2771680" cy="277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922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a:t>
            </a:r>
            <a:r>
              <a:rPr lang="en-US" dirty="0"/>
              <a:t>- PowerPoint</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2" y="2222287"/>
            <a:ext cx="7134441" cy="3636511"/>
          </a:xfrm>
        </p:spPr>
        <p:txBody>
          <a:bodyPr/>
          <a:lstStyle/>
          <a:p>
            <a:r>
              <a:rPr lang="el-GR" dirty="0"/>
              <a:t>Καθαρές και απλές γραμματοσειρές</a:t>
            </a:r>
          </a:p>
          <a:p>
            <a:r>
              <a:rPr lang="el-GR"/>
              <a:t>Σταθεροί τίτλοι </a:t>
            </a:r>
          </a:p>
          <a:p>
            <a:endParaRPr lang="el-GR" dirty="0"/>
          </a:p>
        </p:txBody>
      </p:sp>
      <p:pic>
        <p:nvPicPr>
          <p:cNvPr id="4" name="Picture 4">
            <a:extLst>
              <a:ext uri="{FF2B5EF4-FFF2-40B4-BE49-F238E27FC236}">
                <a16:creationId xmlns:a16="http://schemas.microsoft.com/office/drawing/2014/main" id="{7C28CF6A-C37A-4FB3-B99D-15BCF4D98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9599" y="2552767"/>
            <a:ext cx="2771680" cy="277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984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a:t>
            </a:r>
            <a:r>
              <a:rPr lang="en-US" dirty="0"/>
              <a:t>- PowerPoint</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2" y="2222287"/>
            <a:ext cx="7134441" cy="3636511"/>
          </a:xfrm>
        </p:spPr>
        <p:txBody>
          <a:bodyPr/>
          <a:lstStyle/>
          <a:p>
            <a:r>
              <a:rPr lang="el-GR" dirty="0"/>
              <a:t>Η χρήση </a:t>
            </a:r>
            <a:r>
              <a:rPr lang="en-US" dirty="0"/>
              <a:t>Animation </a:t>
            </a:r>
            <a:r>
              <a:rPr lang="el-GR" dirty="0"/>
              <a:t>προτείνεται όταν είναι εντελώς απαραίτητη (δηλαδή δεν γεμίζουμε με πάρα πολλά </a:t>
            </a:r>
            <a:r>
              <a:rPr lang="en-US" dirty="0"/>
              <a:t>Animations </a:t>
            </a:r>
            <a:r>
              <a:rPr lang="el-GR" dirty="0"/>
              <a:t>μια παρουσίαση….κουράζουν…)</a:t>
            </a:r>
          </a:p>
          <a:p>
            <a:r>
              <a:rPr lang="el-GR" dirty="0"/>
              <a:t>Η χρήση ήχων περιορίζεται στα βίντεο, δεν προσθέτουμε ήχο και μιλάμε πάνω σε αυτόν…</a:t>
            </a:r>
          </a:p>
        </p:txBody>
      </p:sp>
      <p:pic>
        <p:nvPicPr>
          <p:cNvPr id="4" name="Picture 4">
            <a:extLst>
              <a:ext uri="{FF2B5EF4-FFF2-40B4-BE49-F238E27FC236}">
                <a16:creationId xmlns:a16="http://schemas.microsoft.com/office/drawing/2014/main" id="{7C28CF6A-C37A-4FB3-B99D-15BCF4D98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153" y="2576830"/>
            <a:ext cx="2771680" cy="277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56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FA9CF74-F1F6-05F7-0308-E9F0416F3424}"/>
              </a:ext>
            </a:extLst>
          </p:cNvPr>
          <p:cNvSpPr>
            <a:spLocks noGrp="1"/>
          </p:cNvSpPr>
          <p:nvPr>
            <p:ph type="title"/>
          </p:nvPr>
        </p:nvSpPr>
        <p:spPr/>
        <p:txBody>
          <a:bodyPr/>
          <a:lstStyle/>
          <a:p>
            <a:r>
              <a:rPr lang="el-GR" dirty="0"/>
              <a:t>Παρουσίαση </a:t>
            </a:r>
            <a:r>
              <a:rPr lang="en-US" dirty="0"/>
              <a:t>- PowerPoint</a:t>
            </a:r>
            <a:endParaRPr lang="el-GR" dirty="0"/>
          </a:p>
        </p:txBody>
      </p:sp>
      <p:pic>
        <p:nvPicPr>
          <p:cNvPr id="4" name="Ηλεκτρονικά πολυμέσα 3" title="Ouzo Production Process">
            <a:hlinkClick r:id="" action="ppaction://media"/>
            <a:extLst>
              <a:ext uri="{FF2B5EF4-FFF2-40B4-BE49-F238E27FC236}">
                <a16:creationId xmlns:a16="http://schemas.microsoft.com/office/drawing/2014/main" id="{FFE5A0A5-DF26-6804-E481-1B17CF8620F4}"/>
              </a:ext>
            </a:extLst>
          </p:cNvPr>
          <p:cNvPicPr>
            <a:picLocks noGrp="1" noRot="1" noChangeAspect="1"/>
          </p:cNvPicPr>
          <p:nvPr>
            <p:ph idx="1"/>
            <a:videoFile r:link="rId1"/>
          </p:nvPr>
        </p:nvPicPr>
        <p:blipFill>
          <a:blip r:embed="rId3"/>
          <a:stretch>
            <a:fillRect/>
          </a:stretch>
        </p:blipFill>
        <p:spPr>
          <a:xfrm>
            <a:off x="2876550" y="2222500"/>
            <a:ext cx="6437313" cy="3636963"/>
          </a:xfrm>
          <a:prstGeom prst="rect">
            <a:avLst/>
          </a:prstGeom>
        </p:spPr>
      </p:pic>
    </p:spTree>
    <p:extLst>
      <p:ext uri="{BB962C8B-B14F-4D97-AF65-F5344CB8AC3E}">
        <p14:creationId xmlns:p14="http://schemas.microsoft.com/office/powerpoint/2010/main" val="239158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a:t>
            </a:r>
            <a:r>
              <a:rPr lang="en-US" dirty="0"/>
              <a:t>- PowerPoint</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818712" y="2222287"/>
            <a:ext cx="7134441" cy="3636511"/>
          </a:xfrm>
        </p:spPr>
        <p:txBody>
          <a:bodyPr/>
          <a:lstStyle/>
          <a:p>
            <a:r>
              <a:rPr lang="en-US" dirty="0"/>
              <a:t>H </a:t>
            </a:r>
            <a:r>
              <a:rPr lang="el-GR" dirty="0"/>
              <a:t>χρήση πολυμέσων κατά τις παρουσιάσεις είναι άκρως σημαντική.</a:t>
            </a:r>
          </a:p>
          <a:p>
            <a:r>
              <a:rPr lang="el-GR" dirty="0"/>
              <a:t>Σχετικά με τις υποστηριζόμενες μορφές τους, αυτές είναι διαθέσιμες στη σελίδα του προγράμματος.</a:t>
            </a:r>
          </a:p>
          <a:p>
            <a:r>
              <a:rPr lang="el-GR" dirty="0"/>
              <a:t>Η εκτεταμένη χρήση πολυμέσων (π.χ. ένα βίντεο σε κάθε </a:t>
            </a:r>
            <a:r>
              <a:rPr lang="en-US" dirty="0"/>
              <a:t>slide</a:t>
            </a:r>
            <a:r>
              <a:rPr lang="el-GR" dirty="0"/>
              <a:t>, ή κάτι που «κουνιέται» σε κάθε </a:t>
            </a:r>
            <a:r>
              <a:rPr lang="en-US" dirty="0"/>
              <a:t>slide </a:t>
            </a:r>
            <a:r>
              <a:rPr lang="el-GR" dirty="0"/>
              <a:t>μπορεί να κουράσει αφάνταστα το κοινό…)</a:t>
            </a:r>
          </a:p>
        </p:txBody>
      </p:sp>
      <p:pic>
        <p:nvPicPr>
          <p:cNvPr id="4" name="Picture 4">
            <a:extLst>
              <a:ext uri="{FF2B5EF4-FFF2-40B4-BE49-F238E27FC236}">
                <a16:creationId xmlns:a16="http://schemas.microsoft.com/office/drawing/2014/main" id="{7C28CF6A-C37A-4FB3-B99D-15BCF4D98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153" y="2576830"/>
            <a:ext cx="2771680" cy="277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929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8262B-CC14-4EB4-8330-0083166A40BB}"/>
              </a:ext>
            </a:extLst>
          </p:cNvPr>
          <p:cNvSpPr>
            <a:spLocks noGrp="1"/>
          </p:cNvSpPr>
          <p:nvPr>
            <p:ph type="title"/>
          </p:nvPr>
        </p:nvSpPr>
        <p:spPr/>
        <p:txBody>
          <a:bodyPr/>
          <a:lstStyle/>
          <a:p>
            <a:r>
              <a:rPr lang="en-US" dirty="0"/>
              <a:t>DO NOT DO THAT! (EVEN IF YOU LIKE IT!)</a:t>
            </a:r>
          </a:p>
        </p:txBody>
      </p:sp>
      <p:pic>
        <p:nvPicPr>
          <p:cNvPr id="5" name="Picture 4" descr="A green leaf with a white background&#10;&#10;Description automatically generated with medium confidence">
            <a:extLst>
              <a:ext uri="{FF2B5EF4-FFF2-40B4-BE49-F238E27FC236}">
                <a16:creationId xmlns:a16="http://schemas.microsoft.com/office/drawing/2014/main" id="{5C694BE6-3082-4EC2-8331-4B318E432379}"/>
              </a:ext>
            </a:extLst>
          </p:cNvPr>
          <p:cNvPicPr>
            <a:picLocks noChangeAspect="1"/>
          </p:cNvPicPr>
          <p:nvPr/>
        </p:nvPicPr>
        <p:blipFill>
          <a:blip r:embed="rId2"/>
          <a:stretch>
            <a:fillRect/>
          </a:stretch>
        </p:blipFill>
        <p:spPr>
          <a:xfrm rot="20974117">
            <a:off x="2978885" y="3087082"/>
            <a:ext cx="1905000" cy="1905000"/>
          </a:xfrm>
          <a:prstGeom prst="rect">
            <a:avLst/>
          </a:prstGeom>
        </p:spPr>
      </p:pic>
      <p:pic>
        <p:nvPicPr>
          <p:cNvPr id="8" name="Picture 7" descr="A green triangle with a black background&#10;&#10;Description automatically generated with low confidence">
            <a:extLst>
              <a:ext uri="{FF2B5EF4-FFF2-40B4-BE49-F238E27FC236}">
                <a16:creationId xmlns:a16="http://schemas.microsoft.com/office/drawing/2014/main" id="{2CF0A83D-1094-4BCC-97F9-E544F875427C}"/>
              </a:ext>
            </a:extLst>
          </p:cNvPr>
          <p:cNvPicPr>
            <a:picLocks noChangeAspect="1"/>
          </p:cNvPicPr>
          <p:nvPr/>
        </p:nvPicPr>
        <p:blipFill>
          <a:blip r:embed="rId3"/>
          <a:stretch>
            <a:fillRect/>
          </a:stretch>
        </p:blipFill>
        <p:spPr>
          <a:xfrm>
            <a:off x="7151402" y="3041779"/>
            <a:ext cx="1639855" cy="1639855"/>
          </a:xfrm>
          <a:prstGeom prst="rect">
            <a:avLst/>
          </a:prstGeom>
        </p:spPr>
      </p:pic>
      <p:sp>
        <p:nvSpPr>
          <p:cNvPr id="9" name="Rectangle 8">
            <a:extLst>
              <a:ext uri="{FF2B5EF4-FFF2-40B4-BE49-F238E27FC236}">
                <a16:creationId xmlns:a16="http://schemas.microsoft.com/office/drawing/2014/main" id="{A869C761-4A5B-4C97-9B83-32EF6BBF9131}"/>
              </a:ext>
            </a:extLst>
          </p:cNvPr>
          <p:cNvSpPr/>
          <p:nvPr/>
        </p:nvSpPr>
        <p:spPr>
          <a:xfrm rot="1000919">
            <a:off x="1338178" y="3687923"/>
            <a:ext cx="2547257" cy="1987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miley Face 9">
            <a:extLst>
              <a:ext uri="{FF2B5EF4-FFF2-40B4-BE49-F238E27FC236}">
                <a16:creationId xmlns:a16="http://schemas.microsoft.com/office/drawing/2014/main" id="{FE0CB40F-B9D4-42E9-853B-9C3821028ACA}"/>
              </a:ext>
            </a:extLst>
          </p:cNvPr>
          <p:cNvSpPr/>
          <p:nvPr/>
        </p:nvSpPr>
        <p:spPr>
          <a:xfrm>
            <a:off x="9221913" y="4077814"/>
            <a:ext cx="2017059" cy="1639855"/>
          </a:xfrm>
          <a:prstGeom prst="smileyFac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Tree>
    <p:extLst>
      <p:ext uri="{BB962C8B-B14F-4D97-AF65-F5344CB8AC3E}">
        <p14:creationId xmlns:p14="http://schemas.microsoft.com/office/powerpoint/2010/main" val="280911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repeatCount="indefinite"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par>
                                <p:cTn id="21" presetID="26" presetClass="emph" presetSubtype="0" repeatCount="indefinite" fill="hold" grpId="0" nodeType="withEffect">
                                  <p:stCondLst>
                                    <p:cond delay="0"/>
                                  </p:stCondLst>
                                  <p:childTnLst>
                                    <p:animEffect transition="out" filter="fade">
                                      <p:cBhvr>
                                        <p:cTn id="22" dur="500" tmFilter="0, 0; .2, .5; .8, .5; 1, 0"/>
                                        <p:tgtEl>
                                          <p:spTgt spid="10"/>
                                        </p:tgtEl>
                                      </p:cBhvr>
                                    </p:animEffect>
                                    <p:animScale>
                                      <p:cBhvr>
                                        <p:cTn id="23"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A495D72-F03F-0752-F36C-80B1DB967A10}"/>
              </a:ext>
            </a:extLst>
          </p:cNvPr>
          <p:cNvSpPr>
            <a:spLocks noGrp="1"/>
          </p:cNvSpPr>
          <p:nvPr>
            <p:ph type="title"/>
          </p:nvPr>
        </p:nvSpPr>
        <p:spPr/>
        <p:txBody>
          <a:bodyPr/>
          <a:lstStyle/>
          <a:p>
            <a:r>
              <a:rPr lang="el-GR" dirty="0"/>
              <a:t>Παρουσίαση </a:t>
            </a:r>
            <a:r>
              <a:rPr lang="en-US" dirty="0"/>
              <a:t>- PowerPoint</a:t>
            </a:r>
            <a:endParaRPr lang="el-GR" dirty="0"/>
          </a:p>
        </p:txBody>
      </p:sp>
      <p:pic>
        <p:nvPicPr>
          <p:cNvPr id="3074" name="Picture 2" descr="12 Excellent Content Writing Tips for Effective PowerPoint Presentations">
            <a:extLst>
              <a:ext uri="{FF2B5EF4-FFF2-40B4-BE49-F238E27FC236}">
                <a16:creationId xmlns:a16="http://schemas.microsoft.com/office/drawing/2014/main" id="{E65D53A8-9E3E-EE21-19D7-4D81894123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477" b="8121"/>
          <a:stretch/>
        </p:blipFill>
        <p:spPr bwMode="auto">
          <a:xfrm>
            <a:off x="3081673" y="2095129"/>
            <a:ext cx="6028654" cy="4608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09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A495D72-F03F-0752-F36C-80B1DB967A10}"/>
              </a:ext>
            </a:extLst>
          </p:cNvPr>
          <p:cNvSpPr>
            <a:spLocks noGrp="1"/>
          </p:cNvSpPr>
          <p:nvPr>
            <p:ph type="title"/>
          </p:nvPr>
        </p:nvSpPr>
        <p:spPr/>
        <p:txBody>
          <a:bodyPr/>
          <a:lstStyle/>
          <a:p>
            <a:r>
              <a:rPr lang="el-GR" dirty="0"/>
              <a:t>Παρουσίαση </a:t>
            </a:r>
            <a:r>
              <a:rPr lang="en-US" dirty="0"/>
              <a:t>- PowerPoint</a:t>
            </a:r>
            <a:endParaRPr lang="el-GR" dirty="0"/>
          </a:p>
        </p:txBody>
      </p:sp>
      <p:pic>
        <p:nvPicPr>
          <p:cNvPr id="2050" name="Picture 2" descr="Useful Tips for Creating Impressive PowerPoint Presentations - Enago Academy">
            <a:extLst>
              <a:ext uri="{FF2B5EF4-FFF2-40B4-BE49-F238E27FC236}">
                <a16:creationId xmlns:a16="http://schemas.microsoft.com/office/drawing/2014/main" id="{A165E542-E937-4836-C253-63A44000C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503" y="2388094"/>
            <a:ext cx="8282993" cy="4327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296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8262B-CC14-4EB4-8330-0083166A40BB}"/>
              </a:ext>
            </a:extLst>
          </p:cNvPr>
          <p:cNvSpPr>
            <a:spLocks noGrp="1"/>
          </p:cNvSpPr>
          <p:nvPr>
            <p:ph type="title"/>
          </p:nvPr>
        </p:nvSpPr>
        <p:spPr/>
        <p:txBody>
          <a:bodyPr/>
          <a:lstStyle/>
          <a:p>
            <a:r>
              <a:rPr lang="en-US" dirty="0"/>
              <a:t>TEMPLATES</a:t>
            </a:r>
          </a:p>
        </p:txBody>
      </p:sp>
      <p:pic>
        <p:nvPicPr>
          <p:cNvPr id="4" name="Picture 3">
            <a:extLst>
              <a:ext uri="{FF2B5EF4-FFF2-40B4-BE49-F238E27FC236}">
                <a16:creationId xmlns:a16="http://schemas.microsoft.com/office/drawing/2014/main" id="{2EE63611-DF4C-4ACC-BC3A-D473BE619089}"/>
              </a:ext>
            </a:extLst>
          </p:cNvPr>
          <p:cNvPicPr>
            <a:picLocks noChangeAspect="1"/>
          </p:cNvPicPr>
          <p:nvPr/>
        </p:nvPicPr>
        <p:blipFill>
          <a:blip r:embed="rId2"/>
          <a:stretch>
            <a:fillRect/>
          </a:stretch>
        </p:blipFill>
        <p:spPr>
          <a:xfrm>
            <a:off x="2680875" y="2627227"/>
            <a:ext cx="6830250" cy="3783585"/>
          </a:xfrm>
          <a:prstGeom prst="rect">
            <a:avLst/>
          </a:prstGeom>
        </p:spPr>
      </p:pic>
    </p:spTree>
    <p:extLst>
      <p:ext uri="{BB962C8B-B14F-4D97-AF65-F5344CB8AC3E}">
        <p14:creationId xmlns:p14="http://schemas.microsoft.com/office/powerpoint/2010/main" val="378153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5F61684-8D74-4628-9825-2F2FD5861420}"/>
              </a:ext>
            </a:extLst>
          </p:cNvPr>
          <p:cNvSpPr>
            <a:spLocks noGrp="1"/>
          </p:cNvSpPr>
          <p:nvPr>
            <p:ph type="title"/>
          </p:nvPr>
        </p:nvSpPr>
        <p:spPr/>
        <p:txBody>
          <a:bodyPr/>
          <a:lstStyle/>
          <a:p>
            <a:r>
              <a:rPr lang="el-GR" dirty="0"/>
              <a:t>Παρουσίαση </a:t>
            </a:r>
            <a:r>
              <a:rPr lang="en-US" dirty="0"/>
              <a:t>- PowerPoint</a:t>
            </a:r>
            <a:endParaRPr lang="el-GR" dirty="0"/>
          </a:p>
        </p:txBody>
      </p:sp>
      <p:sp>
        <p:nvSpPr>
          <p:cNvPr id="3" name="Θέση περιεχομένου 2">
            <a:extLst>
              <a:ext uri="{FF2B5EF4-FFF2-40B4-BE49-F238E27FC236}">
                <a16:creationId xmlns:a16="http://schemas.microsoft.com/office/drawing/2014/main" id="{16CFA4DA-0345-4E34-BAD8-2EF3D4466ACA}"/>
              </a:ext>
            </a:extLst>
          </p:cNvPr>
          <p:cNvSpPr>
            <a:spLocks noGrp="1"/>
          </p:cNvSpPr>
          <p:nvPr>
            <p:ph idx="1"/>
          </p:nvPr>
        </p:nvSpPr>
        <p:spPr>
          <a:xfrm>
            <a:off x="101536" y="2576830"/>
            <a:ext cx="11866346" cy="3636511"/>
          </a:xfrm>
        </p:spPr>
        <p:txBody>
          <a:bodyPr>
            <a:noAutofit/>
          </a:bodyPr>
          <a:lstStyle/>
          <a:p>
            <a:pPr algn="just"/>
            <a:r>
              <a:rPr lang="el-GR" sz="1500" dirty="0"/>
              <a:t>Να ρωτάτε αν θα έχετε δίκτυο εκεί που θα παρουσιάσετε ώστε να γνωρίζετε εάν θα μπορέσετε να αναπαράγετε πολυμέσα από διαδίκτυο. Είναι δική σας ευθύνη. Στην ακραία περίπτωση που έχετε κάνει λάθος εδώ, εάν το </a:t>
            </a:r>
            <a:r>
              <a:rPr lang="en-US" sz="1500" dirty="0"/>
              <a:t>pc </a:t>
            </a:r>
            <a:r>
              <a:rPr lang="el-GR" sz="1500" dirty="0"/>
              <a:t>έχει </a:t>
            </a:r>
            <a:r>
              <a:rPr lang="en-US" sz="1500" dirty="0" err="1"/>
              <a:t>WiFi</a:t>
            </a:r>
            <a:r>
              <a:rPr lang="en-US" sz="1500" dirty="0"/>
              <a:t> </a:t>
            </a:r>
            <a:r>
              <a:rPr lang="el-GR" sz="1500" dirty="0"/>
              <a:t>μπορείτε να κάνετε το κινητό σας </a:t>
            </a:r>
            <a:r>
              <a:rPr lang="en-US" sz="1500" dirty="0" err="1"/>
              <a:t>HotSpot</a:t>
            </a:r>
            <a:r>
              <a:rPr lang="en-US" sz="1500" dirty="0"/>
              <a:t> </a:t>
            </a:r>
            <a:r>
              <a:rPr lang="el-GR" sz="1500" dirty="0"/>
              <a:t>(μου έχει τύχει διακοπή </a:t>
            </a:r>
            <a:r>
              <a:rPr lang="en-US" sz="1500" dirty="0"/>
              <a:t>Internet </a:t>
            </a:r>
            <a:r>
              <a:rPr lang="el-GR" sz="1500" dirty="0"/>
              <a:t>ενώ είχα ρωτήσει εάν θα έχει το </a:t>
            </a:r>
            <a:r>
              <a:rPr lang="en-US" sz="1500" dirty="0"/>
              <a:t>pc </a:t>
            </a:r>
            <a:r>
              <a:rPr lang="el-GR" sz="1500" dirty="0"/>
              <a:t>που θα παρουσίαζα). </a:t>
            </a:r>
            <a:endParaRPr lang="en-US" sz="1500" dirty="0"/>
          </a:p>
          <a:p>
            <a:pPr algn="just"/>
            <a:endParaRPr lang="en-US" sz="1500" dirty="0"/>
          </a:p>
          <a:p>
            <a:pPr algn="just"/>
            <a:r>
              <a:rPr lang="en-US" sz="1500" dirty="0"/>
              <a:t>To PC </a:t>
            </a:r>
            <a:r>
              <a:rPr lang="el-GR" sz="1500" dirty="0"/>
              <a:t>που θα παρουσιάσετε δεν είναι σίγουρο ότι θα έχει </a:t>
            </a:r>
            <a:r>
              <a:rPr lang="en-US" sz="1500" dirty="0"/>
              <a:t>PowerPoint! </a:t>
            </a:r>
            <a:r>
              <a:rPr lang="el-GR" sz="1500" dirty="0"/>
              <a:t>Θα πρέπει να το ρωτήσετε και να ρωτήσετε και την έκδοση του. Καλού κακού μπορείτε το </a:t>
            </a:r>
            <a:r>
              <a:rPr lang="en-US" sz="1500" dirty="0"/>
              <a:t>PowerPoint </a:t>
            </a:r>
            <a:r>
              <a:rPr lang="el-GR" sz="1500" dirty="0"/>
              <a:t>να το κάνετε</a:t>
            </a:r>
            <a:r>
              <a:rPr lang="en-US" sz="1500" dirty="0"/>
              <a:t> Save as -&gt; PDF. </a:t>
            </a:r>
            <a:r>
              <a:rPr lang="el-GR" sz="1500" dirty="0"/>
              <a:t>Προσοχή όμως! Έτσι χάνονται τα </a:t>
            </a:r>
            <a:r>
              <a:rPr lang="en-US" sz="1500" dirty="0"/>
              <a:t>Animations </a:t>
            </a:r>
            <a:r>
              <a:rPr lang="el-GR" sz="1500" dirty="0"/>
              <a:t>και τα πολυμέσα.</a:t>
            </a:r>
          </a:p>
          <a:p>
            <a:pPr algn="just"/>
            <a:endParaRPr lang="el-GR" sz="1500" dirty="0"/>
          </a:p>
          <a:p>
            <a:pPr algn="just"/>
            <a:r>
              <a:rPr lang="el-GR" sz="1500" dirty="0"/>
              <a:t>Είναι πάντα χρήσιμο να έχετε τα βίντεο στον ίδιο φάκελο με την παρουσίαση γιατί σε κάθε περίπτωση μπορείτε να τα δείξετε και από εκεί. Επίσης καλό θα είναι όλη η παρουσίαση να υπάρχει και κάπου </a:t>
            </a:r>
            <a:r>
              <a:rPr lang="en-US" sz="1500" dirty="0"/>
              <a:t>online</a:t>
            </a:r>
            <a:r>
              <a:rPr lang="el-GR" sz="1500" dirty="0"/>
              <a:t> ώστε να μπορείτε να την ανακτήσετε (π.χ. χάσατε το </a:t>
            </a:r>
            <a:r>
              <a:rPr lang="en-US" sz="1500" dirty="0"/>
              <a:t>USB Stick </a:t>
            </a:r>
            <a:r>
              <a:rPr lang="el-GR" sz="1500" dirty="0"/>
              <a:t>στο δρόμο).</a:t>
            </a:r>
          </a:p>
          <a:p>
            <a:pPr algn="just"/>
            <a:endParaRPr lang="el-GR" sz="1500" dirty="0"/>
          </a:p>
          <a:p>
            <a:pPr algn="just"/>
            <a:r>
              <a:rPr lang="el-GR" sz="1500" dirty="0"/>
              <a:t>Να προετοιμαστείτε για την περίπτωση που δεν υπάρχει καν </a:t>
            </a:r>
            <a:r>
              <a:rPr lang="en-US" sz="1500" dirty="0"/>
              <a:t>PowerPoint!</a:t>
            </a:r>
            <a:r>
              <a:rPr lang="el-GR" sz="1500" dirty="0"/>
              <a:t> </a:t>
            </a:r>
          </a:p>
        </p:txBody>
      </p:sp>
    </p:spTree>
    <p:extLst>
      <p:ext uri="{BB962C8B-B14F-4D97-AF65-F5344CB8AC3E}">
        <p14:creationId xmlns:p14="http://schemas.microsoft.com/office/powerpoint/2010/main" val="10013115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Αξιομνημόνευτο">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TM03457503[[fn=Αξιομνημόνευτο]]</Template>
  <TotalTime>43</TotalTime>
  <Words>688</Words>
  <Application>Microsoft Office PowerPoint</Application>
  <PresentationFormat>Ευρεία οθόνη</PresentationFormat>
  <Paragraphs>66</Paragraphs>
  <Slides>22</Slides>
  <Notes>0</Notes>
  <HiddenSlides>0</HiddenSlides>
  <MMClips>1</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22</vt:i4>
      </vt:variant>
    </vt:vector>
  </HeadingPairs>
  <TitlesOfParts>
    <vt:vector size="28" baseType="lpstr">
      <vt:lpstr>Arial</vt:lpstr>
      <vt:lpstr>Century Gothic</vt:lpstr>
      <vt:lpstr>Century Gothic (Κυρίως κείμενο)</vt:lpstr>
      <vt:lpstr>Open Sans</vt:lpstr>
      <vt:lpstr>Wingdings 2</vt:lpstr>
      <vt:lpstr>Αξιομνημόνευτο</vt:lpstr>
      <vt:lpstr>Παρουσίαση περιεχομένου</vt:lpstr>
      <vt:lpstr>Παρουσίαση περιεχομένου</vt:lpstr>
      <vt:lpstr>Παρουσίαση περιεχομένου</vt:lpstr>
      <vt:lpstr>Παρουσίαση περιεχομένου</vt:lpstr>
      <vt:lpstr>Παρουσίαση περιεχομένου</vt:lpstr>
      <vt:lpstr>Παρουσίαση περιεχομένου</vt:lpstr>
      <vt:lpstr>Παρουσίαση περιεχομένου</vt:lpstr>
      <vt:lpstr>Παρουσίαση περιεχομένου</vt:lpstr>
      <vt:lpstr>Παρουσίαση περιεχομένου</vt:lpstr>
      <vt:lpstr>Παρουσίαση του PowerPoint</vt:lpstr>
      <vt:lpstr>Παρουσίαση - PowerPoint</vt:lpstr>
      <vt:lpstr>Παρουσίαση - PowerPoint</vt:lpstr>
      <vt:lpstr>Παρουσίαση - PowerPoint</vt:lpstr>
      <vt:lpstr>Παρουσίαση - PowerPoint</vt:lpstr>
      <vt:lpstr>Παρουσίαση - PowerPoint</vt:lpstr>
      <vt:lpstr>Παρουσίαση - PowerPoint</vt:lpstr>
      <vt:lpstr>Παρουσίαση - PowerPoint</vt:lpstr>
      <vt:lpstr>DO NOT DO THAT! (EVEN IF YOU LIKE IT!)</vt:lpstr>
      <vt:lpstr>Παρουσίαση - PowerPoint</vt:lpstr>
      <vt:lpstr>Παρουσίαση - PowerPoint</vt:lpstr>
      <vt:lpstr>TEMPLATES</vt:lpstr>
      <vt:lpstr>Παρουσίαση -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περιεχομένου</dc:title>
  <dc:creator>Kasapakis Vlasios</dc:creator>
  <cp:lastModifiedBy>Agelada Androniki-Taxiarchoula</cp:lastModifiedBy>
  <cp:revision>34</cp:revision>
  <dcterms:created xsi:type="dcterms:W3CDTF">2021-04-27T08:42:00Z</dcterms:created>
  <dcterms:modified xsi:type="dcterms:W3CDTF">2024-05-16T13:27:08Z</dcterms:modified>
</cp:coreProperties>
</file>